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Zero Trust Network Access (ZTNA)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practical introduction to identity- and context-aware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College Project | Cybersecurity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IBM SkillsBuild Cyber Security BootCamp 2026 — BharatCares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Submitted by: Shreya Mendhe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ZTNA provides controlled access to specific applications.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Access is evaluated using identity, device posture, permissions, and context.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Network location alone does not make a user trustworthy.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Explain ZTNA and Zero Trust principles.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Describe architecture, workflow, and key components.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Demonstrate policy decisions with a Python simulator.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Review benefits, limitations, and real-world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Core Zero Trust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Verify explicitly using available identity and context signals.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Apply least privilege: only the access required for the task.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Assume breach: limit lateral movement and monitor activity.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Reassess access when conditions or risk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ZTNA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Simplified logical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828800" cy="731520"/>
          </a:xfrm>
          <a:prstGeom prst="roundRect">
            <a:avLst/>
          </a:prstGeom>
          <a:solidFill>
            <a:srgbClr val="DCEB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User + Device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828800"/>
            <a:ext cx="2011680" cy="731520"/>
          </a:xfrm>
          <a:prstGeom prst="roundRect">
            <a:avLst/>
          </a:prstGeom>
          <a:solidFill>
            <a:srgbClr val="DCEB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Identity +</a:t>
            </a:r>
          </a:p>
          <a:p>
            <a:r>
              <a:t>Device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2011680" cy="731520"/>
          </a:xfrm>
          <a:prstGeom prst="roundRect">
            <a:avLst/>
          </a:prstGeom>
          <a:solidFill>
            <a:srgbClr val="DCEB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Policy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1645920" cy="731520"/>
          </a:xfrm>
          <a:prstGeom prst="roundRect">
            <a:avLst/>
          </a:prstGeom>
          <a:solidFill>
            <a:srgbClr val="DCEB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Enforcement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828800"/>
            <a:ext cx="1554480" cy="731520"/>
          </a:xfrm>
          <a:prstGeom prst="roundRect">
            <a:avLst/>
          </a:prstGeom>
          <a:solidFill>
            <a:srgbClr val="DCEB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Application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95728" y="2029968"/>
            <a:ext cx="384048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956048" y="2029968"/>
            <a:ext cx="384048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607808" y="2029968"/>
            <a:ext cx="384048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802368" y="2029968"/>
            <a:ext cx="384048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Policy can deny access or require extra verification.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Logs support auditing and ongoing reassessment.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How ZTNA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1. User requests an application.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2. Identity and authentication are checked.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3. Device posture and contextual risk are evaluated.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4. Policy engine decides allow, deny, or step-up verification.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5. Enforcement point applies the decision; events may be logged.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Main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Identity provider and MFA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Policy engine/controller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Policy enforcement point, gateway, or connector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Endpoint/device posture service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Protected applications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Telemetry, logs, and administrators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Python Project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Notebook: ShreyaMendhe_ZTNA.ipynb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Fictional requests evaluated against role, device, MFA, and risk rules.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Output decisions: ALLOW, DENY, or STEP-UP MFA.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Uses Python and pandas; no real network or credentials are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Reduces broad network exposure.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Supports least privilege and remote/hybrid work.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Can limit damage from compromised accounts.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Improves visibility through policy decisions and logs.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Limitations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Challenges: integration, legacy systems, policy maintenance, cost, and privacy.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Applications: remote work, cloud services, third-party access, education, healthcare, finance, IT administration.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ZTNA complements—not replaces—other security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ZTNA makes access application-specific and policy-driven.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Strong identity, device signals, monitoring, and ongoing maintenance are essential.</a:t>
            </a:r>
          </a:p>
          <a:p>
            <a:pPr>
              <a:spcAft>
                <a:spcPts val="1600"/>
              </a:spcAft>
              <a:defRPr sz="2100">
                <a:solidFill>
                  <a:srgbClr val="283241"/>
                </a:solidFill>
              </a:defRPr>
            </a:pPr>
            <a:r>
              <a:t>References: NIST SP 800-207; CISA Zero Trust Maturity Model; NIST SP 800-63B; Python and pandas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